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Smart Warehouse System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Algorithmic Optimization of Fulfillment Centers</a:t>
            </a:r>
          </a:p>
          <a:p>
            <a:r>
              <a:t>[Your Name/Group]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Logistics Challenge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Problem: 'The Last Yard' inefficiency</a:t>
            </a:r>
          </a:p>
          <a:p>
            <a:pPr/>
            <a:r>
              <a:t>Suboptimal product placement (Slotting)</a:t>
            </a:r>
          </a:p>
          <a:p>
            <a:pPr/>
            <a:r>
              <a:t>Inefficient picker routes (The TSP problem)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Backend: FastAPI (Python)</a:t>
            </a:r>
          </a:p>
          <a:p>
            <a:pPr/>
            <a:r>
              <a:t>Frontend: React (TSX)</a:t>
            </a:r>
          </a:p>
          <a:p>
            <a:pPr/>
            <a:r>
              <a:t>Sync: WebSocket protocol (5 ticks/sec)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Algorithm #1: Dijkstra Pathfinding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Weighted Directed Graph</a:t>
            </a:r>
          </a:p>
          <a:p>
            <a:pPr/>
            <a:r>
              <a:t>Turn Penalties for realistic movement</a:t>
            </a:r>
          </a:p>
          <a:p>
            <a:pPr/>
            <a:r>
              <a:t>Dynamic Congestion Awareness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Algorithm #2: Held-Karp (TSP)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Bitmask Dynamic Programming</a:t>
            </a:r>
          </a:p>
          <a:p>
            <a:pPr/>
            <a:r>
              <a:t>Shortest route for multi-item orders</a:t>
            </a:r>
          </a:p>
          <a:p>
            <a:pPr/>
            <a:r>
              <a:t>Complexity: O(2^n * n^2)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Operational 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40% Reduction in travel distance</a:t>
            </a:r>
          </a:p>
          <a:p>
            <a:pPr/>
            <a:r>
              <a:t>2.5x Increase in fulfillment velocity</a:t>
            </a:r>
          </a:p>
          <a:p>
            <a:pPr/>
            <a:r>
              <a:t>Real-time Telemetry &amp; Analytics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